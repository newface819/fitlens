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1 - KỊCH BẢN THUYẾT TRÌNH THA (6-7 phút)]:</a:t>
            </a:r>
          </a:p>
          <a:p>
            <a:r>
              <a:t>Chào anh/thầy THA, em là Gia Huy đại diện Nhóm 01 trình bày System Blueprint của dự án FitLens.</a:t>
            </a:r>
          </a:p>
          <a:p>
            <a:r>
              <a:t>- FitLens là ứng dụng AI Virtual Personal Trainer trên mobile dành cho sinh viên và giới trẻ.</a:t>
            </a:r>
          </a:p>
          <a:p>
            <a:r>
              <a:t>- 4 trụ cột kiến trúc:</a:t>
            </a:r>
          </a:p>
          <a:p>
            <a:r>
              <a:t>  1. Mobile Client: Chọn Flutter giúp cross-platform, tích hợp SQLite offline-first và Growing Avatar tạo động lực.</a:t>
            </a:r>
          </a:p>
          <a:p>
            <a:r>
              <a:t>  2. On-Device Vision: Sử dụng MediaPipe Pose chạy thẳng trên RAM điện thoại. Cam kết Zero Video Retention: Khung hình chỉ trích xuất tọa độ 33 khớp xương rồi hủy ngay, backend không có endpoint nhận video.</a:t>
            </a:r>
          </a:p>
          <a:p>
            <a:r>
              <a:t>  3. Backend Core: Dùng FastAPI siêu nhẹ, gồm Safety Router ngắt khi có chấn thương, Rules Engine kiểm soát bài tập và bộ Pseudonymizer ẩn danh hóa dữ liệu trước khi gửi LLM.</a:t>
            </a:r>
          </a:p>
          <a:p>
            <a:r>
              <a:t>  4. Free Cloud: Tận dụng hoàn toàn Gemini 3.8 Flash Free Tier và Supabase Postgres (có sẵn Auth và RLS). Toàn bộ chi phí hạ tầng là 0đ.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2 - KỊCH BẢN THUYẾT TRÌNH THA (7-8 phút)]:</a:t>
            </a:r>
          </a:p>
          <a:p>
            <a:r>
              <a:t>Ở slide này em làm rõ 2 luồng dữ liệu cốt lõi và cơ chế thích ứng an toàn:</a:t>
            </a:r>
          </a:p>
          <a:p>
            <a:r>
              <a:t>1. Luồng Camera On-Demand &amp; Adaptive Pacing:</a:t>
            </a:r>
          </a:p>
          <a:p>
            <a:r>
              <a:t>   - Tính năng 'Check Posture with Camera' là quan hệ mở rộng («extend») vào 'Perform Workout'. Không ép bật liên tục, bảo vệ pin và quyền riêng tư.</a:t>
            </a:r>
          </a:p>
          <a:p>
            <a:r>
              <a:t>   - Nút 'Tôi bị đau' ngắt tập ngay trên máy không phụ thuộc internet.</a:t>
            </a:r>
          </a:p>
          <a:p>
            <a:r>
              <a:t>   - Về đánh giá sau buổi tập: UI Prototype dùng thang trượt 1-10 (Borg CR10). Backend tự động quy đổi 3 dải: 1-3 tăng tiến volume, 4-6 giữ nguyên, 7-10 giảm tải để chống quá sức.</a:t>
            </a:r>
          </a:p>
          <a:p>
            <a:r>
              <a:t>   - Khi người dùng chạm chọn vùng đau trên Body Map, hệ thống tự động loại bỏ các bài tập gây áp lực lên vùng đó ở tuần tiếp theo.</a:t>
            </a:r>
          </a:p>
          <a:p>
            <a:r>
              <a:t>2. Luồng Hỏi Coach &amp; Cơ Chế Dự Phòng (Fallback):</a:t>
            </a:r>
          </a:p>
          <a:p>
            <a:r>
              <a:t>   - Rules Engine quyết định bài tập, LLM chỉ đóng vai trò diễn giải ngôn ngữ.</a:t>
            </a:r>
          </a:p>
          <a:p>
            <a:r>
              <a:t>   - Dữ liệu gửi sang Gemini được ẩn danh hoàn toàn (age_band, bmi_band, avoid_tags).</a:t>
            </a:r>
          </a:p>
          <a:p>
            <a:r>
              <a:t>   - Khi API Free nghẽn 429, hệ thống kích hoạt Exponential Backoff và câu trả lời soạn sẵn, đảm bảo không bao giờ gián đoạn.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3 - KỊCH BẢN THUYẾT TRÌNH THA (5-6 phút)]:</a:t>
            </a:r>
          </a:p>
          <a:p>
            <a:r>
              <a:t>Slide cuối cùng chứng minh tính khả thi về công nghệ và bài toán chi phí:</a:t>
            </a:r>
          </a:p>
          <a:p>
            <a:r>
              <a:t>- Cam kết 0 đồng: Toàn bộ stack được lựa chọn đều có Free Tier dồi dào, không đòi hỏi thẻ tín dụng hay chi phí phát sinh.</a:t>
            </a:r>
          </a:p>
          <a:p>
            <a:r>
              <a:t>- Tính khả thi của dữ liệu: 1 người dùng tập 1 năm chỉ tốn khoảng 0.5 MB dữ liệu văn bản. Gói 500 MB của Supabase dư sức chứa 1.000 user-năm.</a:t>
            </a:r>
          </a:p>
          <a:p>
            <a:r>
              <a:t>- Tính sáng tạo: Kết hợp giữa On-device Computer Vision bảo vệ quyền riêng tư, giải thuật bù trừ calo thông minh theo RPE, và LLM Coach có cơ chế guardrail chống hallucination.</a:t>
            </a:r>
          </a:p>
          <a:p>
            <a:r>
              <a:t>Em xin kết thúc bài báo cáo và sẵn sàng nhận góp ý từ anh/thầy THA.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FITLENS — SYSTEM BLUEPRINT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Tổng quan kiến trúc: On-Device Vision, Offline-First Mobile &amp; Cloud AI 0đ (Nhóm 01 · CSC10014)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24688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1. Mobile Client (Flutter)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Offline-first với SQLite/Hive cache.</a:t>
            </a:r>
            <a:br/>
            <a:r>
              <a:t>• UI động kèm Growing Avatar tiến hóa theo volume/streak.</a:t>
            </a:r>
            <a:br/>
            <a:r>
              <a:t>• Haptic &amp; Beep cảnh báo sai form tức thì.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011680"/>
            <a:ext cx="24688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2. On-Device Vision (MediaPipe)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Xử lý khung hình 100% trên RAM thiết bị.</a:t>
            </a:r>
            <a:br/>
            <a:r>
              <a:t>• Trích xuất 33 keypoints đếm reps &amp; tính góc ROM.</a:t>
            </a:r>
            <a:br/>
            <a:r>
              <a:t>• Zero Video Retention: Không upload video lên server.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011680"/>
            <a:ext cx="24688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3. Backend Core (FastAPI)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API Gateway kiểm soát HTTPS + JWT.</a:t>
            </a:r>
            <a:br/>
            <a:r>
              <a:t>• Safety Router: Ngắt offline khi báo đau.</a:t>
            </a:r>
            <a:br/>
            <a:r>
              <a:t>• Rules Engine tính volume; Pseudonymizer lọc sạch PII.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2011680"/>
            <a:ext cx="24688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4. Free Cloud Services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Google Gemini 3.8 Flash (Free Tier) sinh JSON kế hoạch.</a:t>
            </a:r>
            <a:br/>
            <a:r>
              <a:t>• Supabase (PostgreSQL): 500MB, Auth tích hợp, Row-Level Security.</a:t>
            </a:r>
            <a:br/>
            <a:r>
              <a:t>• Push Notifications (FCM): Nhắc lịch tập chung.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HAI LUỒNG DỮ LIỆU &amp; CƠ CHẾ AN TOÀN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Tập camera On-Demand, Hỏi Coach ẩn danh &amp; Router xử lý chấn thương/lỗi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Luồng 1: Tập Với Camera &amp; Thích Ứng (RPE)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Camera On-Demand: Chỉ bật khi check form bài mới («extend» trong Use Case). MediaPipe chạy trên RAM, zero video upload.</a:t>
            </a:r>
            <a:br/>
            <a:r>
              <a:t>• Nút 'Tôi bị đau': Dừng tập tức thì ở client (offline) -&gt; kích hoạt luật an toàn.</a:t>
            </a:r>
            <a:br/>
            <a:r>
              <a:t>• Thang RPE 1–10 (UI) -&gt; Map 3 dải (Backend):</a:t>
            </a:r>
            <a:br/>
            <a:r>
              <a:t>  - 1–3 (Light): Tăng +2 reps / +5s plank, giảm nghỉ 10s.</a:t>
            </a:r>
            <a:br/>
            <a:r>
              <a:t>  - 4–6 (Moderate): Giữ nguyên củng cố kỹ thuật.</a:t>
            </a:r>
            <a:br/>
            <a:r>
              <a:t>  - 7–10 (Hard): Giảm 20–30% volume, chuyển biến thể nhẹ.</a:t>
            </a:r>
            <a:br/>
            <a:r>
              <a:t>• Vòng lặp chấn thương: Vùng đau trên Body Map -&gt; tự động gán avoid_tags loại bỏ bài tập tuần sau.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01168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Luồng 2: Hỏi Coach &amp; Router An Toàn / Fallback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The LLM Boundary (Ẩn danh hóa): Chuyển tuổi -&gt; age_band, cân nặng -&gt; bmi_band, bệnh lý -&gt; thẻ tránh (avoid_tags). Không gửi tên, email hay chẩn đoán thật.</a:t>
            </a:r>
            <a:br/>
            <a:r>
              <a:t>• Safety Router: Bắt từ khóa chấn thương -&gt; Trả về kịch bản an toàn chuẩn y khoa.</a:t>
            </a:r>
            <a:br/>
            <a:r>
              <a:t>• Fallback khi Gemini 429/Offline:</a:t>
            </a:r>
            <a:br/>
            <a:r>
              <a:t>  - Cache cục bộ kế hoạch tuần trong máy (SQLite/Hive).</a:t>
            </a:r>
            <a:br/>
            <a:r>
              <a:t>  - Tự động chuyển sang kho câu trả lời soạn sẵn (Curated Knowledge) khi mất mạng/quá tải.</a:t>
            </a:r>
            <a:br/>
            <a:r>
              <a:t>• Quyền xóa dữ liệu (Right to be Forgotten): Xóa sạch profile và lịch sử tập theo NĐ 13/2023/NĐ-CP.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LỰA CHỌN CÔNG NGHỆ &amp; TÍNH KHẢ THI 0 ĐỒNG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Minh chứng kiến trúc khả thi, đáp ứng tiêu chí hoàn thiện và sáng tạo của đồ án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201168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3931920"/>
                <a:gridCol w="219456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EA5E9"/>
                          </a:solidFill>
                        </a:defRPr>
                      </a:pPr>
                      <a:r>
                        <a:t>Thành phần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EA5E9"/>
                          </a:solidFill>
                        </a:defRPr>
                      </a:pPr>
                      <a:r>
                        <a:t>Công nghệ chọn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EA5E9"/>
                          </a:solidFill>
                        </a:defRPr>
                      </a:pPr>
                      <a:r>
                        <a:t>Lý do &amp; Lợi ích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EA5E9"/>
                          </a:solidFill>
                        </a:defRPr>
                      </a:pPr>
                      <a:r>
                        <a:t>Chi phí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Mobile Client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Flutter (Dart)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1 codebase iOS/Android, camera native mượt, offline SQLite/Hive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2C55E"/>
                          </a:solidFill>
                        </a:defRPr>
                      </a:pPr>
                      <a:r>
                        <a:t>0đ (Open source)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Pose Tracking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MediaPipe Pose (Google)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Chạy 100% on-device trên RAM, 33 keypoints, zero video retention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2C55E"/>
                          </a:solidFill>
                        </a:defRPr>
                      </a:pPr>
                      <a:r>
                        <a:t>0đ (On-device)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Backend API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FastAPI (Python)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Nhẹ, async, tích hợp trực tiếp SDK Gemini &amp; Pydantic validation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2C55E"/>
                          </a:solidFill>
                        </a:defRPr>
                      </a:pPr>
                      <a:r>
                        <a:t>0đ (Local/Render free)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Cơ sở dữ liệu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Supabase (PostgreSQL)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Free tier: 500MB (~1.000 user-năm), 50k MAU, tích hợp sẵn Auth &amp; RLS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2C55E"/>
                          </a:solidFill>
                        </a:defRPr>
                      </a:pPr>
                      <a:r>
                        <a:t>0đ (Free tier)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AI Coach (LLM)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Gemini 3.8 Flash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Tốc độ phản hồi cao, structured JSON output, đã verify qua PoC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2C55E"/>
                          </a:solidFill>
                        </a:defRPr>
                      </a:pPr>
                      <a:r>
                        <a:t>0đ (AI Studio)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